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B277EF-2FFE-4028-AC89-ECDA38EC740D}" v="120" dt="2026-06-17T08:36:09.7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leela-prasad-bogili-5923712b7/" TargetMode="External"/><Relationship Id="rId2" Type="http://schemas.openxmlformats.org/officeDocument/2006/relationships/hyperlink" Target="https://github.com/leelaprasad036-creato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8320351-9FA2-4A26-885B-BB8F3E490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CD2EFB-78C2-4C6E-A6B9-4ED12FAD5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long row of satellite dishes in the sunset">
            <a:extLst>
              <a:ext uri="{FF2B5EF4-FFF2-40B4-BE49-F238E27FC236}">
                <a16:creationId xmlns:a16="http://schemas.microsoft.com/office/drawing/2014/main" id="{9B6C8505-B3D6-A064-3FF1-31AA5F45F18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3124" r="-2" b="12478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600427"/>
            <a:ext cx="9875520" cy="3299902"/>
          </a:xfrm>
        </p:spPr>
        <p:txBody>
          <a:bodyPr>
            <a:normAutofit/>
          </a:bodyPr>
          <a:lstStyle/>
          <a:p>
            <a:pPr algn="l"/>
            <a:r>
              <a:rPr lang="en-US" sz="7600">
                <a:solidFill>
                  <a:srgbClr val="FFFFFF"/>
                </a:solidFill>
                <a:latin typeface="Times New Roman"/>
                <a:ea typeface="+mj-lt"/>
                <a:cs typeface="Times New Roman"/>
              </a:rPr>
              <a:t>Apex Planet Data Analyst Internship Portfolio</a:t>
            </a:r>
            <a:endParaRPr lang="en-US" sz="76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9536" y="4072045"/>
            <a:ext cx="9875520" cy="1414355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Times New Roman"/>
                <a:ea typeface="+mn-lt"/>
                <a:cs typeface="Times New Roman"/>
              </a:rPr>
              <a:t>Leela Prasad</a:t>
            </a:r>
            <a:endParaRPr lang="en-US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algn="l"/>
            <a:r>
              <a:rPr lang="en-US">
                <a:solidFill>
                  <a:srgbClr val="FFFFFF"/>
                </a:solidFill>
                <a:latin typeface="Times New Roman"/>
                <a:ea typeface="+mn-lt"/>
                <a:cs typeface="Times New Roman"/>
              </a:rPr>
              <a:t>Data Analyst Intern</a:t>
            </a:r>
            <a:endParaRPr lang="en-US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algn="l"/>
            <a:r>
              <a:rPr lang="en-US">
                <a:solidFill>
                  <a:srgbClr val="FFFFFF"/>
                </a:solidFill>
                <a:latin typeface="Times New Roman"/>
                <a:ea typeface="+mn-lt"/>
                <a:cs typeface="Times New Roman"/>
              </a:rPr>
              <a:t>2026</a:t>
            </a:r>
            <a:endParaRPr lang="en-US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algn="l"/>
            <a:endParaRPr lang="en-US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7536C2-5B52-3EDE-BCB4-38F0C731B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>
                <a:latin typeface="Times New Roman"/>
                <a:ea typeface="+mj-lt"/>
                <a:cs typeface="Times New Roman"/>
              </a:rPr>
              <a:t>Internship Overview</a:t>
            </a:r>
            <a:endParaRPr lang="en-US" sz="720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6D9E6-179A-0E92-15FD-1E7A41EC6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300">
                <a:latin typeface="Times New Roman"/>
                <a:cs typeface="Times New Roman"/>
              </a:rPr>
              <a:t>Objective</a:t>
            </a:r>
          </a:p>
          <a:p>
            <a:r>
              <a:rPr lang="en-US" sz="1300">
                <a:latin typeface="Times New Roman"/>
                <a:ea typeface="+mn-lt"/>
                <a:cs typeface="Times New Roman"/>
              </a:rPr>
              <a:t>The Apex Planet Data Analyst Internship provided hands-on experience in:</a:t>
            </a:r>
            <a:endParaRPr lang="en-US" sz="1300">
              <a:latin typeface="Times New Roman"/>
              <a:cs typeface="Times New Roman"/>
            </a:endParaRPr>
          </a:p>
          <a:p>
            <a:r>
              <a:rPr lang="en-US" sz="1300">
                <a:latin typeface="Times New Roman"/>
                <a:ea typeface="+mn-lt"/>
                <a:cs typeface="Times New Roman"/>
              </a:rPr>
              <a:t>Data Cleaning &amp; Preprocessing </a:t>
            </a:r>
            <a:endParaRPr lang="en-US" sz="1300">
              <a:latin typeface="Times New Roman"/>
              <a:cs typeface="Times New Roman"/>
            </a:endParaRPr>
          </a:p>
          <a:p>
            <a:r>
              <a:rPr lang="en-US" sz="1300">
                <a:latin typeface="Times New Roman"/>
                <a:ea typeface="+mn-lt"/>
                <a:cs typeface="Times New Roman"/>
              </a:rPr>
              <a:t>Exploratory Data Analysis (EDA) </a:t>
            </a:r>
            <a:endParaRPr lang="en-US" sz="1300">
              <a:latin typeface="Times New Roman"/>
              <a:cs typeface="Times New Roman"/>
            </a:endParaRPr>
          </a:p>
          <a:p>
            <a:r>
              <a:rPr lang="en-US" sz="1300">
                <a:latin typeface="Times New Roman"/>
                <a:ea typeface="+mn-lt"/>
                <a:cs typeface="Times New Roman"/>
              </a:rPr>
              <a:t>Dashboard Development </a:t>
            </a:r>
            <a:endParaRPr lang="en-US" sz="1300">
              <a:latin typeface="Times New Roman"/>
              <a:cs typeface="Times New Roman"/>
            </a:endParaRPr>
          </a:p>
          <a:p>
            <a:r>
              <a:rPr lang="en-US" sz="1300">
                <a:latin typeface="Times New Roman"/>
                <a:ea typeface="+mn-lt"/>
                <a:cs typeface="Times New Roman"/>
              </a:rPr>
              <a:t>Statistical Validation </a:t>
            </a:r>
            <a:endParaRPr lang="en-US" sz="1300">
              <a:latin typeface="Times New Roman"/>
              <a:cs typeface="Times New Roman"/>
            </a:endParaRPr>
          </a:p>
          <a:p>
            <a:r>
              <a:rPr lang="en-US" sz="1300">
                <a:latin typeface="Times New Roman"/>
                <a:ea typeface="+mn-lt"/>
                <a:cs typeface="Times New Roman"/>
              </a:rPr>
              <a:t>Data Storytelling </a:t>
            </a:r>
            <a:endParaRPr lang="en-US" sz="1300">
              <a:latin typeface="Times New Roman"/>
              <a:cs typeface="Times New Roman"/>
            </a:endParaRPr>
          </a:p>
          <a:p>
            <a:r>
              <a:rPr lang="en-US" sz="1300">
                <a:latin typeface="Times New Roman"/>
                <a:cs typeface="Times New Roman"/>
              </a:rPr>
              <a:t>Outcome</a:t>
            </a:r>
          </a:p>
          <a:p>
            <a:r>
              <a:rPr lang="en-US" sz="1300">
                <a:latin typeface="Times New Roman"/>
                <a:ea typeface="+mn-lt"/>
                <a:cs typeface="Times New Roman"/>
              </a:rPr>
              <a:t>Developed practical skills in transforming raw data into actionable business insights.</a:t>
            </a:r>
            <a:endParaRPr lang="en-US" sz="1300">
              <a:latin typeface="Times New Roman"/>
              <a:cs typeface="Times New Roman"/>
            </a:endParaRPr>
          </a:p>
          <a:p>
            <a:endParaRPr lang="en-US" sz="13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15043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84CC9C-A2C9-9221-0752-9EC030C13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5600">
                <a:solidFill>
                  <a:srgbClr val="FFFFFF"/>
                </a:solidFill>
                <a:latin typeface="Times New Roman"/>
                <a:ea typeface="+mj-lt"/>
                <a:cs typeface="Times New Roman"/>
              </a:rPr>
              <a:t>Task 1 – Data Immersion &amp; Data Wrangling</a:t>
            </a:r>
            <a:endParaRPr lang="en-US" sz="56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2A2A1-DB89-D3F2-A19C-22BCC0C47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 b="1">
                <a:solidFill>
                  <a:schemeClr val="tx1">
                    <a:alpha val="80000"/>
                  </a:schemeClr>
                </a:solidFill>
                <a:latin typeface="Times New Roman"/>
                <a:cs typeface="Times New Roman"/>
              </a:rPr>
              <a:t>Objective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Prepare raw datasets for analysis.</a:t>
            </a:r>
            <a:endParaRPr lang="en-US" sz="17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latin typeface="Times New Roman"/>
                <a:cs typeface="Times New Roman"/>
              </a:rPr>
              <a:t>Activities Performed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Handling Missing Values </a:t>
            </a:r>
            <a:endParaRPr lang="en-US" sz="17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Removing Duplicates </a:t>
            </a:r>
            <a:endParaRPr lang="en-US" sz="17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Data Formatting </a:t>
            </a:r>
            <a:endParaRPr lang="en-US" sz="17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Data Transformation </a:t>
            </a:r>
            <a:endParaRPr lang="en-US" sz="17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Data Validation </a:t>
            </a:r>
            <a:endParaRPr lang="en-US" sz="17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latin typeface="Times New Roman"/>
                <a:cs typeface="Times New Roman"/>
              </a:rPr>
              <a:t>Tools Used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Python </a:t>
            </a:r>
            <a:endParaRPr lang="en-US" sz="17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Pandas </a:t>
            </a:r>
            <a:endParaRPr lang="en-US" sz="17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Jupyter Notebook </a:t>
            </a:r>
            <a:endParaRPr lang="en-US" sz="17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latin typeface="Times New Roman"/>
                <a:cs typeface="Times New Roman"/>
              </a:rPr>
              <a:t>Skills Gained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Data Cleaning </a:t>
            </a:r>
            <a:endParaRPr lang="en-US" sz="17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Data Preparation </a:t>
            </a:r>
            <a:endParaRPr lang="en-US" sz="17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Data Wrangling </a:t>
            </a:r>
            <a:endParaRPr lang="en-US" sz="17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endParaRPr lang="en-US" sz="17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1469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02025F-F273-F6CC-8F41-F673AC268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6200">
                <a:solidFill>
                  <a:srgbClr val="FFFFFF"/>
                </a:solidFill>
                <a:latin typeface="Times New Roman"/>
                <a:ea typeface="+mj-lt"/>
                <a:cs typeface="Times New Roman"/>
              </a:rPr>
              <a:t>Task 2 – Exploratory Data Analysis (EDA)</a:t>
            </a:r>
            <a:endParaRPr lang="en-US" sz="62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56190-C4AA-AA4B-4A52-D940A7DAF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 b="1">
                <a:solidFill>
                  <a:schemeClr val="tx1">
                    <a:alpha val="80000"/>
                  </a:schemeClr>
                </a:solidFill>
                <a:latin typeface="Times New Roman"/>
                <a:cs typeface="Times New Roman"/>
              </a:rPr>
              <a:t>Objective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Discover trends and patterns in data.</a:t>
            </a:r>
            <a:endParaRPr lang="en-US" sz="17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latin typeface="Times New Roman"/>
                <a:cs typeface="Times New Roman"/>
              </a:rPr>
              <a:t>Activities Performed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Statistical Analysis </a:t>
            </a:r>
            <a:endParaRPr lang="en-US" sz="17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Correlation Analysis </a:t>
            </a:r>
            <a:endParaRPr lang="en-US" sz="17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Trend Identification </a:t>
            </a:r>
            <a:endParaRPr lang="en-US" sz="17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Data Visualization </a:t>
            </a:r>
            <a:endParaRPr lang="en-US" sz="17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latin typeface="Times New Roman"/>
                <a:cs typeface="Times New Roman"/>
              </a:rPr>
              <a:t>Tools Used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Python </a:t>
            </a:r>
            <a:endParaRPr lang="en-US" sz="17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Pandas </a:t>
            </a:r>
            <a:endParaRPr lang="en-US" sz="17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Matplotlib </a:t>
            </a:r>
            <a:endParaRPr lang="en-US" sz="17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Seaborn </a:t>
            </a:r>
            <a:endParaRPr lang="en-US" sz="17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latin typeface="Times New Roman"/>
                <a:cs typeface="Times New Roman"/>
              </a:rPr>
              <a:t>Skills Gained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Exploratory Data Analysis </a:t>
            </a:r>
            <a:endParaRPr lang="en-US" sz="17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Business Intelligence </a:t>
            </a:r>
            <a:endParaRPr lang="en-US" sz="17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Visualization</a:t>
            </a:r>
            <a:endParaRPr lang="en-US" sz="17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endParaRPr lang="en-US" sz="17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450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4715D3-4B69-9B85-C79C-7A3C11855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4800">
                <a:solidFill>
                  <a:srgbClr val="FFFFFF"/>
                </a:solidFill>
                <a:latin typeface="Times New Roman"/>
                <a:ea typeface="+mj-lt"/>
                <a:cs typeface="Times New Roman"/>
              </a:rPr>
              <a:t>Task 3 – Deep Dive Analysis &amp; Dashboarding</a:t>
            </a:r>
            <a:endParaRPr lang="en-US" sz="48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5D741-5569-5F30-9205-75D86B45F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900" b="1">
                <a:solidFill>
                  <a:schemeClr val="tx1">
                    <a:alpha val="80000"/>
                  </a:schemeClr>
                </a:solidFill>
                <a:latin typeface="Times New Roman"/>
                <a:cs typeface="Times New Roman"/>
              </a:rPr>
              <a:t>Objective</a:t>
            </a: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Create interactive dashboards for decision-making.</a:t>
            </a:r>
            <a:endParaRPr lang="en-US" sz="19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latin typeface="Times New Roman"/>
                <a:cs typeface="Times New Roman"/>
              </a:rPr>
              <a:t>Activities Performed</a:t>
            </a: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KPI Design </a:t>
            </a:r>
            <a:endParaRPr lang="en-US" sz="19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Dashboard Development </a:t>
            </a:r>
            <a:endParaRPr lang="en-US" sz="19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Data Visualization </a:t>
            </a:r>
            <a:endParaRPr lang="en-US" sz="19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Report Creation </a:t>
            </a:r>
            <a:endParaRPr lang="en-US" sz="19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latin typeface="Times New Roman"/>
                <a:cs typeface="Times New Roman"/>
              </a:rPr>
              <a:t>Tools Used</a:t>
            </a: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Power BI </a:t>
            </a:r>
            <a:endParaRPr lang="en-US" sz="19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Excel </a:t>
            </a:r>
            <a:endParaRPr lang="en-US" sz="19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latin typeface="Times New Roman"/>
                <a:cs typeface="Times New Roman"/>
              </a:rPr>
              <a:t>Skills Gained</a:t>
            </a: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Dashboard Design </a:t>
            </a:r>
            <a:endParaRPr lang="en-US" sz="19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KPI Monitoring </a:t>
            </a:r>
            <a:endParaRPr lang="en-US" sz="19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19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Interactive Reporting</a:t>
            </a:r>
            <a:endParaRPr lang="en-US" sz="19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endParaRPr lang="en-US" sz="19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8736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B6F3FF-4885-1947-F6F5-103D83427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Times New Roman"/>
                <a:ea typeface="+mj-lt"/>
                <a:cs typeface="Times New Roman"/>
              </a:rPr>
              <a:t>Task 4 – Data Storytelling &amp; Statistical Validation</a:t>
            </a:r>
            <a:endParaRPr lang="en-US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63DA5-6681-1E5D-A312-B8AACB6CF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>
                <a:latin typeface="Times New Roman"/>
                <a:cs typeface="Times New Roman"/>
              </a:rPr>
              <a:t>Objective</a:t>
            </a: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Communicate insights through storytelling and statistical techniques.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cs typeface="Times New Roman"/>
              </a:rPr>
              <a:t>Activities Performed</a:t>
            </a: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Hypothesis Testing 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Statistical Validation 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Business Recommendations 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Insight Communication 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cs typeface="Times New Roman"/>
              </a:rPr>
              <a:t>Skills Gained</a:t>
            </a: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Storytelling 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Statistical Analysis 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Decision Support</a:t>
            </a:r>
            <a:endParaRPr lang="en-US" sz="2400">
              <a:latin typeface="Times New Roman"/>
              <a:cs typeface="Times New Roman"/>
            </a:endParaRPr>
          </a:p>
          <a:p>
            <a:endParaRPr lang="en-US"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25605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EE277E-681F-64D3-FFA1-C6F95F695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Times New Roman"/>
                <a:ea typeface="+mj-lt"/>
                <a:cs typeface="Times New Roman"/>
              </a:rPr>
              <a:t>Tools &amp; Technologies</a:t>
            </a:r>
            <a:endParaRPr lang="en-US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B4630-E40E-1136-2DC8-A71BFB293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>
                <a:latin typeface="Times New Roman"/>
                <a:cs typeface="Times New Roman"/>
              </a:rPr>
              <a:t>Programming</a:t>
            </a: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Python 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 b="1">
                <a:latin typeface="Times New Roman"/>
                <a:cs typeface="Times New Roman"/>
              </a:rPr>
              <a:t>Libraries</a:t>
            </a: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Pandas 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NumPy 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Matplotlib 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Seaborn 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 b="1">
                <a:latin typeface="Times New Roman"/>
                <a:cs typeface="Times New Roman"/>
              </a:rPr>
              <a:t>Visualization</a:t>
            </a: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Power BI 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Excel 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 b="1">
                <a:latin typeface="Times New Roman"/>
                <a:cs typeface="Times New Roman"/>
              </a:rPr>
              <a:t>Version Control</a:t>
            </a: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GitHub</a:t>
            </a:r>
            <a:endParaRPr lang="en-US" sz="2400">
              <a:latin typeface="Times New Roman"/>
              <a:cs typeface="Times New Roman"/>
            </a:endParaRPr>
          </a:p>
          <a:p>
            <a:endParaRPr lang="en-US"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4162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A89326-67F1-37D6-97BB-150C7765B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/>
                <a:ea typeface="+mj-lt"/>
                <a:cs typeface="Times New Roman"/>
              </a:rPr>
              <a:t>Key Learnings &amp; Findings</a:t>
            </a:r>
            <a:endParaRPr lang="en-US" sz="40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EE2F2-D90C-2F8C-D9A1-6F0DE51F1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>
                <a:latin typeface="Times New Roman"/>
                <a:cs typeface="Times New Roman"/>
              </a:rPr>
              <a:t>Key Learnings</a:t>
            </a:r>
          </a:p>
          <a:p>
            <a:r>
              <a:rPr lang="en-US" sz="2000">
                <a:latin typeface="Times New Roman"/>
                <a:ea typeface="+mn-lt"/>
                <a:cs typeface="Times New Roman"/>
              </a:rPr>
              <a:t> Data Cleaning Techniques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ea typeface="+mn-lt"/>
                <a:cs typeface="Times New Roman"/>
              </a:rPr>
              <a:t> Exploratory Data Analysis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ea typeface="+mn-lt"/>
                <a:cs typeface="Times New Roman"/>
              </a:rPr>
              <a:t> Dashboard Development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ea typeface="+mn-lt"/>
                <a:cs typeface="Times New Roman"/>
              </a:rPr>
              <a:t> Statistical Validation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ea typeface="+mn-lt"/>
                <a:cs typeface="Times New Roman"/>
              </a:rPr>
              <a:t> Business Storytelling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cs typeface="Times New Roman"/>
              </a:rPr>
              <a:t>Impact</a:t>
            </a:r>
          </a:p>
          <a:p>
            <a:r>
              <a:rPr lang="en-US" sz="2000">
                <a:latin typeface="Times New Roman"/>
                <a:ea typeface="+mn-lt"/>
                <a:cs typeface="Times New Roman"/>
              </a:rPr>
              <a:t>Improved ability to derive meaningful insights from data and communicate them effectively.</a:t>
            </a:r>
            <a:endParaRPr lang="en-US" sz="2000">
              <a:latin typeface="Times New Roman"/>
              <a:cs typeface="Times New Roman"/>
            </a:endParaRPr>
          </a:p>
          <a:p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6608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D7C99B-61E5-1E1D-89B6-28CFA75DE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8000">
                <a:solidFill>
                  <a:srgbClr val="FFFFFF"/>
                </a:solidFill>
                <a:latin typeface="Times New Roman"/>
                <a:ea typeface="+mj-lt"/>
                <a:cs typeface="Times New Roman"/>
              </a:rPr>
              <a:t>Skills Acquired</a:t>
            </a:r>
            <a:endParaRPr lang="en-US" sz="80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471A9-9DDE-DEBD-CC46-B5B651BE5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>
                <a:solidFill>
                  <a:schemeClr val="tx1">
                    <a:alpha val="80000"/>
                  </a:schemeClr>
                </a:solidFill>
                <a:latin typeface="Times New Roman"/>
                <a:cs typeface="Times New Roman"/>
              </a:rPr>
              <a:t>Technical Skills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Data Analysis </a:t>
            </a:r>
            <a:endParaRPr lang="en-US" sz="20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Data Visualization </a:t>
            </a:r>
            <a:endParaRPr lang="en-US" sz="20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Dashboard Development </a:t>
            </a:r>
            <a:endParaRPr lang="en-US" sz="20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Statistical Testing </a:t>
            </a:r>
            <a:endParaRPr lang="en-US" sz="20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Data Wrangling </a:t>
            </a:r>
            <a:endParaRPr lang="en-US" sz="20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2000" b="1">
                <a:solidFill>
                  <a:schemeClr val="tx1">
                    <a:alpha val="80000"/>
                  </a:schemeClr>
                </a:solidFill>
                <a:latin typeface="Times New Roman"/>
                <a:cs typeface="Times New Roman"/>
              </a:rPr>
              <a:t>Professional Skills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Problem Solving </a:t>
            </a:r>
            <a:endParaRPr lang="en-US" sz="20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Analytical Thinking </a:t>
            </a:r>
            <a:endParaRPr lang="en-US" sz="20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Communication </a:t>
            </a:r>
            <a:endParaRPr lang="en-US" sz="20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latin typeface="Times New Roman"/>
                <a:ea typeface="+mn-lt"/>
                <a:cs typeface="Times New Roman"/>
              </a:rPr>
              <a:t>Project Documentation</a:t>
            </a:r>
            <a:endParaRPr lang="en-US" sz="20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  <a:p>
            <a:endParaRPr lang="en-US" sz="2000">
              <a:solidFill>
                <a:schemeClr val="tx1">
                  <a:alpha val="80000"/>
                </a:schemeClr>
              </a:solidFill>
              <a:latin typeface="Times New Roman"/>
              <a:cs typeface="Times New Roman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286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1059473" y="-1108988"/>
            <a:ext cx="7179830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5EEED-3C66-3CE6-90F8-EADD72030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673770"/>
            <a:ext cx="3644489" cy="2414488"/>
          </a:xfrm>
        </p:spPr>
        <p:txBody>
          <a:bodyPr anchor="t">
            <a:normAutofit/>
          </a:bodyPr>
          <a:lstStyle/>
          <a:p>
            <a:r>
              <a:rPr lang="en-US" sz="5400">
                <a:solidFill>
                  <a:srgbClr val="FFFFFF"/>
                </a:solidFill>
                <a:latin typeface="Times New Roman"/>
                <a:ea typeface="+mj-lt"/>
                <a:cs typeface="Times New Roman"/>
              </a:rPr>
              <a:t>Thank You</a:t>
            </a:r>
            <a:endParaRPr lang="en-US" sz="54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12675-1C36-4C0F-5C1F-28E5AAF53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882315"/>
            <a:ext cx="5254754" cy="529464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200"/>
          </a:p>
          <a:p>
            <a:r>
              <a:rPr lang="en-US" sz="2200">
                <a:ea typeface="+mn-lt"/>
                <a:cs typeface="+mn-lt"/>
              </a:rPr>
              <a:t>Thank you for reviewing my Apex Planet Data Analyst Internship Portfolio.</a:t>
            </a:r>
            <a:endParaRPr lang="en-US" sz="2200"/>
          </a:p>
          <a:p>
            <a:r>
              <a:rPr lang="en-US" sz="2200"/>
              <a:t>Portfolio Repository</a:t>
            </a:r>
            <a:r>
              <a:rPr lang="en-US" sz="2200">
                <a:ea typeface="+mn-lt"/>
                <a:cs typeface="+mn-lt"/>
              </a:rPr>
              <a:t>.</a:t>
            </a:r>
            <a:endParaRPr lang="en-US" sz="2200"/>
          </a:p>
          <a:p>
            <a:r>
              <a:rPr lang="en-US" sz="2200"/>
              <a:t>Connect With Me</a:t>
            </a:r>
          </a:p>
          <a:p>
            <a:r>
              <a:rPr lang="en-US" sz="2200">
                <a:ea typeface="+mn-lt"/>
                <a:cs typeface="+mn-lt"/>
              </a:rPr>
              <a:t>GitHub:</a:t>
            </a:r>
            <a:endParaRPr lang="en-US" sz="2200"/>
          </a:p>
          <a:p>
            <a:r>
              <a:rPr lang="en-US" sz="2200" dirty="0">
                <a:latin typeface="Consolas"/>
                <a:hlinkClick r:id="rId2"/>
              </a:rPr>
              <a:t>https://github.com/leelaprasad036-creator</a:t>
            </a:r>
            <a:endParaRPr lang="en-US" sz="2200" dirty="0"/>
          </a:p>
          <a:p>
            <a:r>
              <a:rPr lang="en-US" sz="2200">
                <a:ea typeface="+mn-lt"/>
                <a:cs typeface="+mn-lt"/>
              </a:rPr>
              <a:t>LinkedIn:</a:t>
            </a:r>
            <a:endParaRPr lang="en-US" sz="2200"/>
          </a:p>
          <a:p>
            <a:r>
              <a:rPr lang="en-US" sz="2200" dirty="0">
                <a:latin typeface="Consolas"/>
                <a:hlinkClick r:id="rId3"/>
              </a:rPr>
              <a:t>https://www.linkedin.com/in/leela-prasad-bogili-5923712b7/</a:t>
            </a:r>
            <a:endParaRPr lang="en-US" sz="2200" dirty="0"/>
          </a:p>
          <a:p>
            <a:endParaRPr lang="en-US" sz="2200"/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301486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Apex Planet Data Analyst Internship Portfolio</vt:lpstr>
      <vt:lpstr>Internship Overview</vt:lpstr>
      <vt:lpstr>Task 1 – Data Immersion &amp; Data Wrangling</vt:lpstr>
      <vt:lpstr>Task 2 – Exploratory Data Analysis (EDA)</vt:lpstr>
      <vt:lpstr>Task 3 – Deep Dive Analysis &amp; Dashboarding</vt:lpstr>
      <vt:lpstr>Task 4 – Data Storytelling &amp; Statistical Validation</vt:lpstr>
      <vt:lpstr>Tools &amp; Technologies</vt:lpstr>
      <vt:lpstr>Key Learnings &amp; Findings</vt:lpstr>
      <vt:lpstr>Skills Acquired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111</cp:revision>
  <dcterms:created xsi:type="dcterms:W3CDTF">2026-06-17T07:38:39Z</dcterms:created>
  <dcterms:modified xsi:type="dcterms:W3CDTF">2026-06-17T08:36:11Z</dcterms:modified>
</cp:coreProperties>
</file>